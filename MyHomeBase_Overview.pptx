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0"/>
    <p:restoredTop sz="94610"/>
  </p:normalViewPr>
  <p:slideViewPr>
    <p:cSldViewPr snapToGrid="0" snapToObjects="1">
      <p:cViewPr>
        <p:scale>
          <a:sx n="168" d="100"/>
          <a:sy n="168" d="100"/>
        </p:scale>
        <p:origin x="-3616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625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2011680"/>
            <a:ext cx="8412480" cy="8412480"/>
          </a:xfrm>
          <a:prstGeom prst="ellipse">
            <a:avLst/>
          </a:prstGeom>
          <a:solidFill>
            <a:srgbClr val="F4F8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32520" y="-640080"/>
            <a:ext cx="6035040" cy="6035040"/>
          </a:xfrm>
          <a:prstGeom prst="ellipse">
            <a:avLst/>
          </a:prstGeom>
          <a:solidFill>
            <a:srgbClr val="EAF2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40080"/>
            <a:ext cx="868680" cy="868680"/>
          </a:xfrm>
          <a:prstGeom prst="ellipse">
            <a:avLst/>
          </a:prstGeom>
        </p:spPr>
      </p:pic>
      <p:pic>
        <p:nvPicPr>
          <p:cNvPr id="5" name="Image 1" descr="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850392"/>
            <a:ext cx="2514600" cy="51389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201168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2E7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HOME SERVICES MARKETPLACE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822960" y="2432304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home, </a:t>
            </a:r>
            <a:r>
              <a:rPr lang="en-US" sz="4000" b="1" dirty="0">
                <a:solidFill>
                  <a:srgbClr val="2E7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handled.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822960" y="3310128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Homeowners connect with vetted, local pros for recurring lawn care and house cleaning. See verified trust scores and real work, compare quotes, and choose who to hire — no lead spam, no forced match. Pros pay no lead fees and get paid the day the job is done.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22960" y="4983480"/>
            <a:ext cx="215798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5400000" algn="bl" rotWithShape="0">
              <a:srgbClr val="1B2E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1042416" y="5202936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EAF2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572" y="5308092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42416" y="5715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Vetted &amp; verified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042416" y="60167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Background-checked, insured pros — trust scored from real, completed jobs.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3200400" y="4983480"/>
            <a:ext cx="215798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5400000" algn="bl" rotWithShape="0">
              <a:srgbClr val="1B2E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3419856" y="5202936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EAF2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5012" y="5308092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419856" y="5715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3419856" y="60167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curated shortlist and real quotes, then hire who fits.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5577840" y="4983480"/>
            <a:ext cx="215798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5400000" algn="bl" rotWithShape="0">
              <a:srgbClr val="1B2E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5797296" y="5202936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EAF2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2452" y="530809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797296" y="5715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for pros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5797296" y="60167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lead fees. Pros set their own prices and get same-day payouts.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8732520" y="1234440"/>
            <a:ext cx="2788920" cy="2788920"/>
          </a:xfrm>
          <a:prstGeom prst="ellipse">
            <a:avLst/>
          </a:prstGeom>
          <a:solidFill>
            <a:srgbClr val="FFFFFF"/>
          </a:solidFill>
          <a:ln/>
          <a:effectLst>
            <a:outerShdw blurRad="279400" dist="88900" dir="5400000" algn="bl" rotWithShape="0">
              <a:srgbClr val="1B2E4F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5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1417320"/>
            <a:ext cx="2423160" cy="2423160"/>
          </a:xfrm>
          <a:prstGeom prst="ellipse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366760" y="407212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Recurring. Subscription-first.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117</Words>
  <Application>Microsoft Macintosh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MyHomeBase — Overview</dc:title>
  <dc:subject>PptxGenJS Presentation</dc:subject>
  <dc:creator>MyHomeBase</dc:creator>
  <cp:lastModifiedBy>Mohammed, Ayman Aamer</cp:lastModifiedBy>
  <cp:revision>2</cp:revision>
  <dcterms:created xsi:type="dcterms:W3CDTF">2026-06-14T02:17:59Z</dcterms:created>
  <dcterms:modified xsi:type="dcterms:W3CDTF">2026-06-14T02:24:57Z</dcterms:modified>
</cp:coreProperties>
</file>